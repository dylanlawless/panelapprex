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07997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11"/>
  </p:normalViewPr>
  <p:slideViewPr>
    <p:cSldViewPr snapToGrid="0">
      <p:cViewPr>
        <p:scale>
          <a:sx n="92" d="100"/>
          <a:sy n="92" d="100"/>
        </p:scale>
        <p:origin x="226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1767462"/>
            <a:ext cx="9179799" cy="3759917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5672376"/>
            <a:ext cx="8099822" cy="2607442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2CBE-D728-904B-9997-266F66F82F62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38F6-89FC-824A-8EE1-C399A6BD8F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5451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2CBE-D728-904B-9997-266F66F82F62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38F6-89FC-824A-8EE1-C399A6BD8F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1938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2692444"/>
            <a:ext cx="9314796" cy="4492401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7227345"/>
            <a:ext cx="9314796" cy="2362447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82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2CBE-D728-904B-9997-266F66F82F62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38F6-89FC-824A-8EE1-C399A6BD8F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248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2874937"/>
            <a:ext cx="4589899" cy="68523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2874937"/>
            <a:ext cx="4589899" cy="68523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2CBE-D728-904B-9997-266F66F82F62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38F6-89FC-824A-8EE1-C399A6BD8F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8040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574990"/>
            <a:ext cx="9314796" cy="208745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2647443"/>
            <a:ext cx="4568805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3944914"/>
            <a:ext cx="4568805" cy="58023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2647443"/>
            <a:ext cx="4591306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3944914"/>
            <a:ext cx="4591306" cy="58023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2CBE-D728-904B-9997-266F66F82F62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38F6-89FC-824A-8EE1-C399A6BD8F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8100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2CBE-D728-904B-9997-266F66F82F62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38F6-89FC-824A-8EE1-C399A6BD8F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7318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2CBE-D728-904B-9997-266F66F82F62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38F6-89FC-824A-8EE1-C399A6BD8F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4566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1554968"/>
            <a:ext cx="5467380" cy="7674832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2CBE-D728-904B-9997-266F66F82F62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38F6-89FC-824A-8EE1-C399A6BD8F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8268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1554968"/>
            <a:ext cx="5467380" cy="7674832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2CBE-D728-904B-9997-266F66F82F62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38F6-89FC-824A-8EE1-C399A6BD8F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469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2CBE-D728-904B-9997-266F66F82F62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38F6-89FC-824A-8EE1-C399A6BD8F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0137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574987"/>
            <a:ext cx="2328699" cy="91523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574987"/>
            <a:ext cx="6851100" cy="91523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2CBE-D728-904B-9997-266F66F82F62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338F6-89FC-824A-8EE1-C399A6BD8F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0465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574990"/>
            <a:ext cx="9314796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2874937"/>
            <a:ext cx="9314796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952CBE-D728-904B-9997-266F66F82F62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0009783"/>
            <a:ext cx="364492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A338F6-89FC-824A-8EE1-C399A6BD8F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0236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7833C5-D42C-6795-E499-09656E467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31" y="4906501"/>
            <a:ext cx="10323900" cy="5161950"/>
          </a:xfrm>
          <a:prstGeom prst="rect">
            <a:avLst/>
          </a:prstGeom>
        </p:spPr>
      </p:pic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6DA77D01-B627-BBE0-9E36-7A7E42314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65" y="63268"/>
            <a:ext cx="5110099" cy="5120936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305CC08A-E906-DA00-BB40-E2B6013EF5D5}"/>
              </a:ext>
            </a:extLst>
          </p:cNvPr>
          <p:cNvGrpSpPr/>
          <p:nvPr/>
        </p:nvGrpSpPr>
        <p:grpSpPr>
          <a:xfrm>
            <a:off x="418717" y="0"/>
            <a:ext cx="10198542" cy="5277343"/>
            <a:chOff x="533017" y="0"/>
            <a:chExt cx="10198542" cy="527734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9FBD420-88CC-0242-EB8A-23BC01FF2449}"/>
                </a:ext>
              </a:extLst>
            </p:cNvPr>
            <p:cNvGrpSpPr/>
            <p:nvPr/>
          </p:nvGrpSpPr>
          <p:grpSpPr>
            <a:xfrm>
              <a:off x="533017" y="82518"/>
              <a:ext cx="4997138" cy="5008255"/>
              <a:chOff x="533017" y="82518"/>
              <a:chExt cx="4997138" cy="5008255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B237238D-3CB0-2B6B-C215-1A0B158FA34C}"/>
                  </a:ext>
                </a:extLst>
              </p:cNvPr>
              <p:cNvGrpSpPr/>
              <p:nvPr/>
            </p:nvGrpSpPr>
            <p:grpSpPr>
              <a:xfrm>
                <a:off x="533017" y="82518"/>
                <a:ext cx="4997138" cy="5008255"/>
                <a:chOff x="533017" y="162235"/>
                <a:chExt cx="4997138" cy="5008255"/>
              </a:xfrm>
            </p:grpSpPr>
            <p:pic>
              <p:nvPicPr>
                <p:cNvPr id="14" name="Picture 13" descr="A screenshot of a computer&#10;&#10;Description automatically generated">
                  <a:extLst>
                    <a:ext uri="{FF2B5EF4-FFF2-40B4-BE49-F238E27FC236}">
                      <a16:creationId xmlns:a16="http://schemas.microsoft.com/office/drawing/2014/main" id="{7FE3EF3F-E449-B207-772F-B0AB3E6B6E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3017" y="162235"/>
                  <a:ext cx="4997138" cy="5008255"/>
                </a:xfrm>
                <a:prstGeom prst="rect">
                  <a:avLst/>
                </a:prstGeom>
              </p:spPr>
            </p:pic>
            <p:pic>
              <p:nvPicPr>
                <p:cNvPr id="16" name="Picture 15" descr="A white background with black dots&#10;&#10;Description automatically generated">
                  <a:extLst>
                    <a:ext uri="{FF2B5EF4-FFF2-40B4-BE49-F238E27FC236}">
                      <a16:creationId xmlns:a16="http://schemas.microsoft.com/office/drawing/2014/main" id="{7337ACF5-DF72-1DD4-97BF-0197FC202A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93354" y="1193590"/>
                  <a:ext cx="446245" cy="453682"/>
                </a:xfrm>
                <a:prstGeom prst="rect">
                  <a:avLst/>
                </a:prstGeom>
              </p:spPr>
            </p:pic>
          </p:grp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879D7CD6-2ECF-1C8C-2A57-8DE0E3BD5E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80208" y="250209"/>
                <a:ext cx="4010491" cy="191069"/>
              </a:xfrm>
              <a:prstGeom prst="rect">
                <a:avLst/>
              </a:prstGeom>
            </p:spPr>
          </p:pic>
        </p:grpSp>
        <p:pic>
          <p:nvPicPr>
            <p:cNvPr id="21" name="Picture 20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8A7A3D44-85B7-5111-8544-E2978838F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65384" y="0"/>
              <a:ext cx="5266175" cy="52773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12800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Dylan Lawless [RPG]</dc:creator>
  <cp:lastModifiedBy>Dylan Lawless</cp:lastModifiedBy>
  <cp:revision>5</cp:revision>
  <cp:lastPrinted>2026-02-24T16:51:33Z</cp:lastPrinted>
  <dcterms:created xsi:type="dcterms:W3CDTF">2025-06-25T07:59:56Z</dcterms:created>
  <dcterms:modified xsi:type="dcterms:W3CDTF">2026-02-24T16:52:48Z</dcterms:modified>
</cp:coreProperties>
</file>